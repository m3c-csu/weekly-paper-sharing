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7" r:id="rId8"/>
    <p:sldId id="3449" r:id="rId9"/>
    <p:sldId id="3459" r:id="rId10"/>
    <p:sldId id="3468" r:id="rId11"/>
    <p:sldId id="3469" r:id="rId12"/>
    <p:sldId id="3470" r:id="rId13"/>
    <p:sldId id="3471" r:id="rId14"/>
    <p:sldId id="3458" r:id="rId15"/>
    <p:sldId id="3466" r:id="rId16"/>
    <p:sldId id="3472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60"/>
        <p:guide pos="3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878580" y="2681605"/>
            <a:ext cx="83921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defRPr/>
            </a:pP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Neovascularization Segmentation via a Multilateral Interaction-Enhanced Graph Convolutional Network</a:t>
            </a:r>
            <a:endParaRPr lang="en-US" altLang="zh-CN" sz="3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TPAMI 2025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05" y="839470"/>
            <a:ext cx="10143490" cy="558927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368425" y="3251835"/>
            <a:ext cx="444500" cy="191770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60009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89307"/>
            <a:ext cx="10473267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/>
              <a:t>CNV</a:t>
            </a:r>
            <a:r>
              <a:rPr lang="zh-CN" altLang="en-US" b="1" dirty="0"/>
              <a:t>分割存在的问题</a:t>
            </a:r>
            <a:endParaRPr lang="zh-CN" altLang="en-US" b="1" dirty="0"/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OCTA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图像中存在噪声和上层视网膜血管投射到下层脉络膜的伪影，使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CNV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边缘区域可见度低，真实病灶信号与伪影难以区分。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•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CNV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病灶通常呈现复杂、不规则的形态，并伴随着较大的尺度变化，使得现有的方法在复杂病例中难以保持稳定切精确的分割性能。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175" y="2818765"/>
            <a:ext cx="7083425" cy="3623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530" y="803910"/>
            <a:ext cx="8653145" cy="57296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2"/>
            <a:ext cx="1047326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Multilateral Interaction Graph Reasoning (MIGR)</a:t>
            </a:r>
            <a:endParaRPr lang="en-US" altLang="zh-CN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433195"/>
            <a:ext cx="5052695" cy="46672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65" y="2120900"/>
            <a:ext cx="4657725" cy="14859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1705" y="3475990"/>
            <a:ext cx="5772150" cy="12573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51375"/>
            <a:ext cx="5927725" cy="78803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549910" y="1825625"/>
            <a:ext cx="1355725" cy="440563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585585" y="1626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图投影：从特征到图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2"/>
            <a:ext cx="1047326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Multilateral Interaction Graph Reasoning (MIGR)</a:t>
            </a:r>
            <a:endParaRPr lang="en-US" altLang="zh-CN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433195"/>
            <a:ext cx="6206490" cy="45700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460" y="2773680"/>
            <a:ext cx="5332730" cy="16891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731635" y="1706245"/>
            <a:ext cx="44665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图交互：以区域图作为信息源，通过跨图交互将区域的信息传递给边界和形状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2"/>
            <a:ext cx="1047326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Multilateral Interaction Graph Reasoning (MIGR)</a:t>
            </a:r>
            <a:endParaRPr lang="en-US" altLang="zh-CN" baseline="-25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350" y="1433195"/>
            <a:ext cx="5052695" cy="46672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755390" y="1901190"/>
            <a:ext cx="2161540" cy="424053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585585" y="1626870"/>
            <a:ext cx="44811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图推理：在图内部进行图卷积推理，聚合其他节点的信息，提高特征表达能力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35" y="2421890"/>
            <a:ext cx="4000500" cy="8858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585585" y="3582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重投影：从图回到特征</a:t>
            </a:r>
            <a:endParaRPr lang="zh-CN" altLang="en-US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885" y="4225925"/>
            <a:ext cx="3886200" cy="1171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4360" y="777242"/>
            <a:ext cx="10473267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Multilateral Reinforcement Graph Reasoning (MRGR)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70" y="1283970"/>
            <a:ext cx="3057525" cy="50006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055" y="1343660"/>
            <a:ext cx="6457950" cy="35147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260" y="4918075"/>
            <a:ext cx="4886325" cy="48577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260" y="5463540"/>
            <a:ext cx="5000625" cy="628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1810" y="760732"/>
            <a:ext cx="10473267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损失函数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2991485"/>
            <a:ext cx="4857750" cy="2114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" y="1214120"/>
            <a:ext cx="5584190" cy="15919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" y="5566410"/>
            <a:ext cx="6343650" cy="542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20" y="1063625"/>
            <a:ext cx="11028045" cy="5085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19100" y="1000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消融实验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1932940"/>
            <a:ext cx="11812270" cy="3331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05" y="1301750"/>
            <a:ext cx="8304530" cy="4457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tags/tag1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WPS 演示</Application>
  <PresentationFormat>宽屏</PresentationFormat>
  <Paragraphs>159</Paragraphs>
  <Slides>12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Arial Unicode MS</vt:lpstr>
      <vt:lpstr>等线 Light</vt:lpstr>
      <vt:lpstr>Calibri Light</vt:lpstr>
      <vt:lpstr>BatangChe</vt:lpstr>
      <vt:lpstr>Segoe Print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lenovo</dc:creator>
  <cp:lastModifiedBy>微信用户</cp:lastModifiedBy>
  <cp:revision>935</cp:revision>
  <dcterms:created xsi:type="dcterms:W3CDTF">2019-03-09T08:01:00Z</dcterms:created>
  <dcterms:modified xsi:type="dcterms:W3CDTF">2025-12-20T12:49:15Z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0C95BC188EFC487BA7C01F2F718226AD_13</vt:lpwstr>
  </property>
</Properties>
</file>