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9" r:id="rId4"/>
    <p:sldId id="260" r:id="rId5"/>
    <p:sldId id="361" r:id="rId6"/>
    <p:sldId id="306" r:id="rId8"/>
    <p:sldId id="365" r:id="rId9"/>
    <p:sldId id="308" r:id="rId10"/>
    <p:sldId id="310" r:id="rId11"/>
    <p:sldId id="368" r:id="rId12"/>
    <p:sldId id="369" r:id="rId13"/>
    <p:sldId id="371" r:id="rId14"/>
    <p:sldId id="370" r:id="rId15"/>
    <p:sldId id="286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8" userDrawn="1">
          <p15:clr>
            <a:srgbClr val="A4A3A4"/>
          </p15:clr>
        </p15:guide>
        <p15:guide id="2" pos="3924" userDrawn="1">
          <p15:clr>
            <a:srgbClr val="A4A3A4"/>
          </p15:clr>
        </p15:guide>
        <p15:guide id="3" pos="40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D91515"/>
    <a:srgbClr val="EE0000"/>
    <a:srgbClr val="18B0F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" y="245"/>
      </p:cViewPr>
      <p:guideLst>
        <p:guide orient="horz" pos="2278"/>
        <p:guide pos="3924"/>
        <p:guide pos="40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8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1.jpeg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4030" y="2240778"/>
            <a:ext cx="9624060" cy="15684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Source-Free Domain Adaptation for  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Cross-Modality Cardiac Image Segmentation  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with Contrastive Class Relationship Consistency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43455" y="4943475"/>
            <a:ext cx="770572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汇报人：刘意爽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           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汇报日期：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2025.12.27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40421" y="4053409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43110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MICCAI 2025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779780"/>
            <a:ext cx="7352665" cy="567626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8918575" y="3030220"/>
            <a:ext cx="2442845" cy="70675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主要研究方向：</a:t>
            </a:r>
            <a:b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领域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自适应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007110" y="1362075"/>
            <a:ext cx="9357995" cy="1388745"/>
            <a:chOff x="9600" y="1712"/>
            <a:chExt cx="7649" cy="2187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9600" y="1712"/>
              <a:ext cx="764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跨模态心脏图像分割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难度大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5"/>
              </p:custDataLst>
            </p:nvPr>
          </p:nvSpPr>
          <p:spPr>
            <a:xfrm>
              <a:off x="9600" y="2623"/>
              <a:ext cx="7449" cy="127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30000"/>
                </a:lnSpc>
              </a:pPr>
              <a:r>
                <a:rPr 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MRI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和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CT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图像之间域差异大。目前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SFDA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研究大多集中在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MRI→CT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或同模态（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MRI→MRI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）迁移上，而刻意回避了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CT 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→ MRI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这一方向。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1007110" y="2901950"/>
            <a:ext cx="9114155" cy="1186815"/>
            <a:chOff x="9600" y="1712"/>
            <a:chExt cx="6962" cy="1869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9600" y="1712"/>
              <a:ext cx="6961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现有伪标签去噪策略行不通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9600" y="2623"/>
              <a:ext cx="6962" cy="95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导致信息浪费和确认偏差的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问题严重存在。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1007110" y="4236720"/>
            <a:ext cx="9175750" cy="1478915"/>
            <a:chOff x="9600" y="1712"/>
            <a:chExt cx="6962" cy="2329"/>
          </a:xfrm>
        </p:grpSpPr>
        <p:sp>
          <p:nvSpPr>
            <p:cNvPr id="21" name="矩形 20"/>
            <p:cNvSpPr/>
            <p:nvPr>
              <p:custDataLst>
                <p:tags r:id="rId10"/>
              </p:custDataLst>
            </p:nvPr>
          </p:nvSpPr>
          <p:spPr>
            <a:xfrm>
              <a:off x="9600" y="1712"/>
              <a:ext cx="6961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图像级与特征级对齐范式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双重失效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11"/>
              </p:custDataLst>
            </p:nvPr>
          </p:nvSpPr>
          <p:spPr>
            <a:xfrm>
              <a:off x="9600" y="2623"/>
              <a:ext cx="6962" cy="141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图像级对齐方法把一张清晰的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MRI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强行转换成模糊的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CT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，细节纹理会被抹除。</a:t>
              </a:r>
              <a:b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</a:b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特征向量是抽象的数字，缺乏语义含义，强行拉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近困难。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问题导入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326515" y="1640840"/>
            <a:ext cx="935799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针对上述问题，提出一种基于类关系的对比学习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SFDA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跨模态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方法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上箭头 1"/>
          <p:cNvSpPr/>
          <p:nvPr/>
        </p:nvSpPr>
        <p:spPr>
          <a:xfrm flipV="1">
            <a:off x="5747385" y="2423795"/>
            <a:ext cx="516890" cy="79502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14998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09282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353820" y="3943350"/>
            <a:ext cx="4276725" cy="11703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建立不对称的教师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学生模型，教师看原图，学生看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强增强图（加强噪声、随机擦除、对比度破坏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等）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296660" y="3943350"/>
            <a:ext cx="4276725" cy="11703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不再过滤像素，而是利用所有像素的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Softmax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软预测构成矩阵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M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M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，代表全图的类间关联。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922020"/>
            <a:ext cx="10607040" cy="5013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研究思路与方法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0" y="2551430"/>
            <a:ext cx="4560570" cy="634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l="1963"/>
          <a:stretch>
            <a:fillRect/>
          </a:stretch>
        </p:blipFill>
        <p:spPr>
          <a:xfrm>
            <a:off x="76835" y="1202690"/>
            <a:ext cx="5931535" cy="4152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045" y="3495675"/>
            <a:ext cx="5862955" cy="499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795020"/>
            <a:ext cx="5678170" cy="3849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10" y="4707890"/>
            <a:ext cx="6762750" cy="1518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575" y="2005965"/>
            <a:ext cx="4480560" cy="9010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335" y="3273425"/>
            <a:ext cx="3241040" cy="637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7485" y="825500"/>
            <a:ext cx="255270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→CT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1416050"/>
            <a:ext cx="9252585" cy="499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7485" y="825500"/>
            <a:ext cx="255270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→MR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165" y="1420495"/>
            <a:ext cx="9551670" cy="4829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7485" y="825500"/>
            <a:ext cx="371221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" y="1482090"/>
            <a:ext cx="10721340" cy="3893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7485" y="825500"/>
            <a:ext cx="685419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针对强增强中的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脉冲噪声</a:t>
            </a: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强度的参数敏感性</a:t>
            </a: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1710690"/>
            <a:ext cx="10241280" cy="3436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67485" y="825500"/>
            <a:ext cx="371221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" y="2164080"/>
            <a:ext cx="8930640" cy="252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1119" y="2896011"/>
            <a:ext cx="104698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汇报完毕，请老师同学批评指正！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2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4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5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6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7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8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9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0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1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2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13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4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5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6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7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8.xml><?xml version="1.0" encoding="utf-8"?>
<p:tagLst xmlns:p="http://schemas.openxmlformats.org/presentationml/2006/main">
  <p:tag name="resource_record_key" val="{&quot;29&quot;:[50000031],&quot;70&quot;:[3321880,331585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WPS 演示</Application>
  <PresentationFormat>宽屏</PresentationFormat>
  <Paragraphs>62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xxxx</cp:lastModifiedBy>
  <cp:revision>187</cp:revision>
  <dcterms:created xsi:type="dcterms:W3CDTF">2021-06-29T08:54:00Z</dcterms:created>
  <dcterms:modified xsi:type="dcterms:W3CDTF">2025-12-24T03:38:13Z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